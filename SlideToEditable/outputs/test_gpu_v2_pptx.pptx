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12b13781c04dc2bdba37f5c864ac29_card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e3a396df364a19bd22c23b18bf2ab0_car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dc1f50991a84255b1fb168ad0b78a28_card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a0a1e14504c441293a0cfcaae67593f_card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32957306c64180b3032160a166ef03_card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e056e29d25b4f288c6f7f9160873c9a_card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c293ed0b4fa49d2b4ea43c3f1f3432c_card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d7e1663c674ec19fa20591721dc848_card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fd56d8f64294f088975e3a3dd1fc942_card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a5ff5f246b4d87b6a3f0f1eeb5d67b_card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97c523829fd4caf9c03b31069276bbe_card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17c4a5748844eeb81b8de3de0c433c_card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c727805bbb4b7c906ccf053fb195b9_card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53f7948fd5f4f48927314e90935151f_card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66c1b175f4a2f9dd89ebce4b7d799_card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0e5405e06c48c0876a40dd13d4a1a3_card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7ec88892bf4f33afa5193b05628514_card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fd6ac38f4d420d87644958ccea492c_card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a1f321f58c4f2aaf7c84844be612be_card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8543a4b28534d1fbd9fa29c75184f7c_card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0850696f96499b89089fb210d3700d_card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eb3c7f0177947998ad656a08a9a7b38_card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645960d4c7414b84558433cf5c70b2_card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834b0bd11c04d4c988693598208d8ad_card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1a1b4dd83405e92b16883c22fbde1_card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