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ИИ-модели требуют обработки огромных объёмов данных. Вычислительные средства определяют скорость обучения, качество инференса и масштабируемость. Современные системы ИИ переходят от CPU к GPU/TPU из-за массового параллелизма матричных операций.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Оцените, почему обучение Transformer-модели на CPU займёт в десятки раз больше времени, чем на GPU.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Transformer содержит операции внимания и умножения матриц (GEMM), которые имеют сложность O(N²). CPU оптимизирован для последовательных операций и ветвлений, а GPU содержит тысячи ядер, способных выполнять матричные операции одновременно. При размере батча 1024 и длине последовательности 512, GPU достигает ускорения в 30–50× за счёт параллелизма и высокой пропускной способности памяти.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CPU обеспечивает высокую гибкость, поддерживает сложные ветвления, управление памятью и последовательную логику. Подходит для предобработки данных, инференса лёгких моделей и управления рабочим процессом.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Определите, при каких сценариях CPU остаётся предпочтительным решением для задач ИИ.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1) Работа с разреженными графами и динамическими структурами данных. 2) Предобработка текста/аудио, где важны последовательные алгоритмы. 3) Инференс на edge-устройствах с ограниченным энергопотреблением. 4) Координация распределённого обучения (orchestration).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TPU, NPU, VPU и AI-ускорители оптимизированы под тензорные операции, низкую точность (INT8/FP16) и энергоэффективность. Имеют фиксированные конвейеры и минимум логики ветвления.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Сравните NPU и GPU для задачи детекции объектов на видеопотоке в реальном времени.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GPU даёт высокую точность и гибкость (поддержка разных фреймворков), но потребляет больше энергии. NPU спроектирован под инференс с фиксированной точностью, обеспечивает стабильную задержку &lt;10 мс и низкое тепловыделение, что критично для embedded-систем и IoT-камер.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Основана на модели SIMD/SIMT: одна инструкция выполняется над множеством потоков/данных. Практически реализуется в GPU-кластерах, суперкомпьютерах и распределённых системах обучения.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Разработайте концепцию параллельной свёртки массива из 10⁸ элементов на GPU.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1) Разбить массив на блоки по 256 потоков. 2) В каждом потоке читать элемент и записывать в локальную память. 3) Использовать tree-based reduction: пары потоков суммируют результаты в общей памяти. 4) Повторять log₂(N) шагов. Итог: сложность O(log N) вместо O(N).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Матричные процессоры (TPU, матричные ускорители) используют систолические массивы: данные протекают через фиксированную сетку вычислительных ячеек, минимизируя обращения к памяти.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Объясните, почему систолический массив ускоряет умножение матриц по сравнению со скалярным процессором.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В скалярном процессоре каждая операция требует загрузки из памяти и записи результата. В систолическом массиве данные поступают потоком, умножаются и накапливаются внутри массива без промежуточной записи. Пропускная способность ограничена тактовой частотой, а не шиной памяти, что даёт ускорение в 10–100× для GEMM.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Моделируют биологические нейронные сети через импульсные нейроны (SNN). Используют событийную логику, асинхронные вычисления и сверхнизкое энергопотребление.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Опишите, как нейроморфный чип обрабатывает сигнал от камеры событийного типа (DVS).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DVS генерирует импульсы только при изменении освещённости. Нейроморфный процессор принимает эти импульсы как входные спайки, обрабатывает их через мембранную модель нейрона и формирует выходные спайки. Отсутствие тактового сигнала и статической памяти снижает энергопотребление на 2–3 порядка по сравнению с классическими GPU.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GPU обладает высокой пропускной способностью памяти (HBM/GDDR6), тысячами вычислительных ядер и специализированными тензорными ядрами. Оптимален для data-parallel задач.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Рассчитайте, является ли операция свёртки 3×3 на изображении 4K memory-bound или compute-bound.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Для одного выхода требуется 9 чтений и 1 запись. При FP32 это ~40 байт на 1 операцию с плавающей точкой. Если соотношение байт/операция &gt; 10–15, задача memory-bound. Свёртка обычно memory-bound, поэтому оптимизация достигается через shared memory и свёрточные ядра с минимизацией глобальных обращений.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CUDA – проприетарный стек NVIDIA, максимальная производительность, экосистема библиотек. OpenCL – кроссплатформенный стандарт, работает на AMD/Intel/CPU, но сложнее в отладке и оптимизации.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Выберите платформу для лаборатории, где используются GPU NVIDIA и AMD.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Для прототипирования и кросс-совместимости: OpenCL или SYCL. Для production-обучения нейросетей и использования cuDNN/cuBLAS: CUDA. Решение: гибридный стек (OpenCL для универсальных задач, CUDA для ИИ-пайплайнов) или переход на ROCm/SYCL при миграции.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Ядро (kernel) – функция, выполняемая на устройстве. Запускается в иерархии: grid → block → thread. Позволяет явно управлять параллелизмом.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Напишите концептуальный CUDA-код для поэлементного сложения двух векторов.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__global__ void vecAdd(float* A, float* B, float* C, int n) {int i = blockIdx.x * blockDim.x + threadIdx.x;if (i &lt; n) C[i] = A[i] + B[i];}// Запуск: vecAdd&lt;&lt;&lt;(n+255)/256, 256&gt;&gt;&gt;(d_A, d_B, d_C, n);Объяснение: Каждый поток обрабатывает один индекс, проверка границы предотвращает выход за массив.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Стек включает: драйвер устройства → runtime (CUDA/OpenCL) → библиотеки (cuBLAS, MKL) → фреймворки (PyTorch, TensorFlow). Каждый уровень абстрагирует низкоуровневую оптимизацию.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Проследите путь выполнения операции torch.matmul() до GPU.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1) PyTorch вызывает ATen-обёртку. 2) ATen формирует дескрипторы тензоров. 3) Вызывается cuBLAS/cuDNN через CUDA driver API. 4) Компилятор PTX → SASS (бинарный код для конкретной архитектуры). 5) Драйвер загружает бинарник в VRAM и запускает kernel.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cuBLAS (линейная алгебра), cuDNN (нейросети), OpenMPI (распределённые вычисления), oneMKL (кроссплатформенная математика). Ускоряют типовые операции в 10–100×.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Обоснуйте выбор библиотек для обучения ResNet-50 на кластере GPU.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cuDNN для свёрток и пулинга, cuBLAS для полносвязных слоёв, NCCL для AllReduce между узлами, PyTorch Distributed для оркестрации. Такой стек обеспечивает максимальную утилизацию Tensor Cores и минимизирует накладные расходы на синхронизацию.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ASIC/TPU, FPGA и Tensor Cores позволяют выполнять операции с пониженной точностью (FP16, INT8, BF16) с аппаратным масштабированием и конвейеризацией.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Оцените выигрыш от перехода с FP32 на INT8 при инференсе BERT.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INT8 уменьшает объём памяти в 4×, пропускная способность Tensor Cores увеличивается в 2–3×. Точность падает &lt;1% при Quantization-Aware Training. Итог: ускорение инференса в 2.5–4× при снижении энергопотребления на ~30%.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Массовый параллелизм, высокая пропускная способность памяти, аппаратные матричные ускорители, оптимизированные драйверы и экосистема фреймворков.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Проведите мысленный бенчмарк: инференс LSTM vs Transformer на CPU и GPU.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LSTM имеет последовательную зависимость, поэтому ускорение на GPU умеренное (2–5×). Transformer полностью параллелизуем по токенам и головам внимания, ускорение достигает 15–30×. Вывод: GPU наиболее эффективен для архитектур с data-level parallelism.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Состоит из Streaming Multiprocessors (SM), каждый содержит CUDA-ядра, Tensor Cores, shared memory, регистровые файлы. Соединяются через NVLink/HBM2e.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Объясните, как SM скрывает задержку доступа к памяти.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Каждый SM поддерживает сотни активных warps. Когда один warp ожидает данные из глобальной памяти, планировщик мгновенно переключается на другой готовый warp. Это latency hiding достигается за счёт избыточного параллелизма и быстрой смены контекста внутри SM.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Сложность отладки, управление памятью, синхронизация потоков, оптимизация occupancy, аппаратные ограничения (размер shared memory, лимит регистров).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Найдите причину падения производительности при использовании атомарных операций в kernel.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Атомарные операции (atomicAdd) сериализуют доступ к памяти, превращая параллельный код в последовательный. Решение: использовать приватные аккумуляторы в регистрах/shared memory, а затем выполнять атомарное сложение один раз на блок/поток.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cuDNN оптимизирует свёртки, пулинг, RNN, нормализацию. cuBLAS реализует BLAS-уровни 1–3 (векторы, матрицы, GEMM). Обе используют Tensor Cores.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Покажите, как cuDNN ускоряет прямое распространение свёрточного слоя.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1) Выбирает оптимальный алгоритм (имплицитный GEMM, FFT, Winograd) через автопоиск. 2) Формирует дескрипторы тензоров. 3) Запускает оптимизированный kernel с минимизацией bank conflicts в shared memory. 4) Возвращает результат через асинхронные очереди.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Зависит от grid/block size, occupancy, выравнивания по warp (32 потока), использования streams для асинхронности.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Подберите размер блока для матричного умножения 4096×4096.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Оптимально: blockDim = (16, 16) или (32, 8). Оба дают 256 потоков/блок. Кратность 32 гарантирует полный warp. Обеспечивает высокую occupancy (~75%) и минимизирует регистровое давление.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Single Instruction, Multiple Threads: один warp (32 потока) выполняет одну инструкцию. Если потоки ветвятся, происходит serial execution (divergence).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Продемонстрируйте влияние branch divergence на производительность.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Код: if (threadIdx.x &lt; 16) { A = B * 2; } else { A = B + 2; }Первые 16 потоков выполнят умножение, остальные ждут. Затем выполнят сложение. Производительность падает в 2×. Решение: restructuring логики, использование warp-level primitives или маскирование.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Иерархия: регистры → shared memory → constant/texture → global (VRAM). Ключ к оптимизации: coalesced access и тилирование.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Оптимизируйте чтение матрицы из глобальной памяти в kernel.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1) Выровнить данные по 128 байт. 2) Использовать shared memory для загрузки подблока (tiling). 3) Читать последовательно (stride=1) для коалесцирования. 4) Избегать bank conflicts через padding. Результат: снижение latency на 60–80%.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Kernel fusion, mixed precision, asynchronous copy, profiling (Nsight), устранение false sharing, использование Tensor Cores.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Предложите план профилирования медленного kernel.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1) Запустить Nsight Compute. 2) Проверить: occupancy, memory throughput, warp stall reasons. 3) Если memory-bound → tiled load, coalescing. 4) Если compute-bound → Tensor Cores, FP16/BF16. 5) Fusion смежных kernel'ов для снижения overhead запуска.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Обмен через PCIe/NVLink. Host управляет памятью, запускает kernels, обрабатывает последовательную логику. Device выполняет массовые вычисления.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Спроектируйте pipeline для real-time инференса видеоаналитики.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1) CPU захватывает кадр → pinned memory. 2) Асинхронный cudaMemcpyAsync в VRAM. 3) GPU запускает inference kernel. 4) Результат копируется обратно. 5) CPU пост-обрабатывает и выводит. Использование streams и CUDA events минимизирует простои.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Зависит от: размера данных, параллелизма, бюджета, энергопотребления, задержки, экосистемы фреймворков.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Составьте матрицу выбора для edge-дрона и облачного дата-центра.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Edge-дрон: CPU/NPU (низкое энергопотребление, детерминированная задержка, ограниченная масса). Дата-центр: GPU/TPU кластер (высокая пропускная способность, масштабируемость, обучение больших моделей). Критерии: FLOPS/W, latency, cost/training hour.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Лимит VRAM, PCIe bottleneck, single precision overhead, тепловыделение, сложность отладки.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Как решить OOM-ошибку при обучении LLM на одной GPU?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1) Gradient Checkpointing (trade-off memory/compute). 2) Mixed Precision (FP16/BF16). 3) ZeRO-optimization (partition optimizer states). 4) Data/Model Parallelism. 5) Offload в CPU RAM (DeepSpeed). Комбинация снижает потребление VRAM на 60–80%.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Программируемые логические матрицы позволяют создавать кастомные конвейеры, обеспечивают низкую детерминированную задержку, энергоэффективность, аппаратную безопасность.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Сравните FPGA и GPU для потоковой обработки финансовых сигналов.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FPGA: задержка &lt;1 мкс, фиксированная пропускная способность, низкое энергопотребление, сложность разработки (HLS/Verilog). GPU: задержка ~0.1–1 мс, гибкость, высокая пиковая производительность, но джиттер из-за ОС и планировщика. Для HFT предпочтительнее FPGA.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Конспект: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Оптические нейросети, 3D-стекирование памяти (HBM4), квантово-классические гибриды, нейроморфные чипы 2-го поколения, фотонные интерконнекты.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1E40AF"/>
                </a:solidFill>
              </a:defRPr>
            </a:pPr>
            <a:r>
              <a:t>Практическое задание: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Оцените влияние оптических вычислений на энергоэффективность ИИ.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Оптические матричные умножения выполняются за счёт интерференции света, потребляя ~фДж/операцию против ~пДж у CMOS. Это снижает тепловыделение на 2–3 порядка и позволяет создавать системы с эксафлопсной производительностью без криогенного охлаждения. Основной барьер: точность и интеграция с классической логикой.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