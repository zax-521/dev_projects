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b9425d6d8594de1b445034d50e03127_car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e25389ff047491794396791f8026c8c_c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be7c936c384ccc8ffe1e42cc9e7b5b_car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b559b4428477fb9b52d73d3698212_car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0ec4c148834b12a36cc2f291bbe4f5_car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f38961580b442693e835e553bcb3d7_car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c0392c6ecaa41029712436890e5f5fc_car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f73f6ab8174ad5bdc3329074a28cbd_car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5a25ba0038463fb9b04e8bb7fce583_card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b8db5ad69547c4a8ae81c69cfd6f25_card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dcaaa1465234152a6d9171fd30ab0e6_car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54f8a91f00c4384a75d6acd88664fec_car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6acc503d7946508222202124bb9b3b_car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b7de89df1b2499cb5ab713862f561c0_card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9746ffdff0f4301949f5dbda2030a7c_card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a27347fb1e54259acb819d19eb4400e_card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f21fd510128455e92e0c814d3056ded_card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529b30d74804022ab52e90eb1e047a5_card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1ace68d9104f2c8daaa9e3f3e5bf75_card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0e47cd403e424ca22cd1416034b36e_card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5f5666cb274536b9ab010cd19b0659_card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2cf9239ccf4b39bbcf7db1e7f4681a_card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e47f787ebc2450fabbc0353ae6ff1a4_card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c5d678e247c408da946590f0e2f81f6_card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a93164cc464c488a9fdec50c6f2bbd_card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